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AUTHOR  ·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SCAN FOR LATEST RESULTS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FRAMEWORK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OPEN QUESTIONS WE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STUDY DESIGN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FINDING 1 MEANS FOR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one-shot failed. Human gold stayed.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170432"/>
            <a:ext cx="9189720" cy="1965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 architectures were scored once on the 55-case development set against bars locked to the human interval (Agency ≥ .910; Others ≥ .805). Every prompt was disqualified on false positives. Agency PSA sat at .750–.798. Study 1 stays on the human composite. No test case was scored before those results were fixed; one later 65-case look: Agency .81, Others .75–.77, still disqualified; 128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3552"/>
            <a:ext cx="9144000" cy="38404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Communion and Self had no acceptance bar: human PSA was too low to validate against.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 prompt tuned to this pair would export communion PSA .48 into every later corpus.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The independent no-gold panel (ADR 0010) is a separate instrument, still unfrozen.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Registered next-year estimates came in near zero</a:t>
            </a:r>
          </a:p>
        </p:txBody>
      </p:sp>
      <p:pic>
        <p:nvPicPr>
          <p:cNvPr id="5" name="Picture 4" descr="fig_confirmator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472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Others, agency, and self were not associated with T2 meaning, exhaustion, or turnover; three of five coefficients equivalent to zero at |β| = .30. Joint block ΔR² = .012. BF01 = 481.5 on next-year meaningfulness. The same codes tracked concurrent WAMI.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TRY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DIGITAL SWAG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pre-registered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3750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twenty, flat. Lack-of-control flag +4 points (template-change caveat). Not validated on forum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2989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Competence-coded stories and later strain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1922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Exploratory. T1 competence/mastery codes, higher T2 turnover (b = 1.40) and exhaustion (b = 0.95). Seventeen present cases of 140. Not a product finding.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tracks code density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6733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The codebook was not empty. Pathway density tracks T1 WAMI. Quadratic flattening is exploratory; not the registered T2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Forum meaning events by facet, polarity, and period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029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Not validated on forum text; capture year, not posted-at.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